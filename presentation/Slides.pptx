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88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88952" cy="685800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914400"/>
            <a:ext cx="54864" cy="5486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417320"/>
            <a:ext cx="1106424" cy="110642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920240"/>
            <a:ext cx="2157984" cy="215798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3209544" cy="320954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2926080"/>
            <a:ext cx="4261104" cy="426110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NOW · DEFENSE &amp; AEROSPACE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830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Correlation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Alert Prioritisation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copilot that turns thousands of scattered alerts into a clear, prioritised, commander-ready picture.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x CHARUSAT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B2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Analysts are drowning in alerts they cannot possibly all read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alerts per day from SIEM, satellite, cyber sensors and intel reports — in different formats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194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missing a genuine threat — a single miss can be catastrophic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66760" y="2194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7889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chasing false positives instead of real, active threats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B1B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5262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also need threat assessments in a structured BLUF (Bottom Line Up Front) format, so commanders get a clear picture in minutes — not buried in raw logs.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Threat Intelligence &amp; Alert Prioritisation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B2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Bob Copilot that reads, correlates, ranks, and reports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61872" y="1920240"/>
            <a:ext cx="585216" cy="585216"/>
          </a:xfrm>
          <a:prstGeom prst="ellipse">
            <a:avLst/>
          </a:prstGeom>
          <a:solidFill>
            <a:srgbClr val="0B1B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61872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65376" y="2212848"/>
            <a:ext cx="1591056" cy="0"/>
          </a:xfrm>
          <a:prstGeom prst="line">
            <a:avLst/>
          </a:prstGeom>
          <a:noFill/>
          <a:ln w="25400">
            <a:solidFill>
              <a:srgbClr val="C7D2E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 alerts from SIEM, satellite, and cyber sensor feeds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920240"/>
            <a:ext cx="585216" cy="585216"/>
          </a:xfrm>
          <a:prstGeom prst="ellipse">
            <a:avLst/>
          </a:prstGeom>
          <a:solidFill>
            <a:srgbClr val="0B1B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78224" y="2212848"/>
            <a:ext cx="1591056" cy="0"/>
          </a:xfrm>
          <a:prstGeom prst="line">
            <a:avLst/>
          </a:prstGeom>
          <a:noFill/>
          <a:ln w="25400">
            <a:solidFill>
              <a:srgbClr val="C7D2E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761488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3063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alerts into single incidents, not noise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87568" y="1920240"/>
            <a:ext cx="585216" cy="585216"/>
          </a:xfrm>
          <a:prstGeom prst="ellipse">
            <a:avLst/>
          </a:prstGeom>
          <a:solidFill>
            <a:srgbClr val="0B1B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87568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91072" y="2212848"/>
            <a:ext cx="1591056" cy="0"/>
          </a:xfrm>
          <a:prstGeom prst="line">
            <a:avLst/>
          </a:prstGeom>
          <a:noFill/>
          <a:ln w="25400">
            <a:solidFill>
              <a:srgbClr val="C7D2E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974336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74336" y="3063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real threats above false positives, by severity &amp; asset value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00416" y="1920240"/>
            <a:ext cx="585216" cy="585216"/>
          </a:xfrm>
          <a:prstGeom prst="ellipse">
            <a:avLst/>
          </a:prstGeom>
          <a:solidFill>
            <a:srgbClr val="0B1B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00416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2212848"/>
            <a:ext cx="1591056" cy="0"/>
          </a:xfrm>
          <a:prstGeom prst="line">
            <a:avLst/>
          </a:prstGeom>
          <a:noFill/>
          <a:ln w="25400">
            <a:solidFill>
              <a:srgbClr val="C7D2E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7187184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3063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each incident with its MITRE ATT&amp;CK technique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13264" y="1920240"/>
            <a:ext cx="585216" cy="585216"/>
          </a:xfrm>
          <a:prstGeom prst="ellipse">
            <a:avLst/>
          </a:prstGeom>
          <a:solidFill>
            <a:srgbClr val="E8B2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13264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400032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400032" y="3063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short BLUF summary for commanders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8463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r>
              <a:rPr lang="en-US" sz="13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need real-time ingestion or a custom ML classifier for a hackathon MVP — a rule-based correlation + scoring engine, paired with an LLM for the BLUF write-up, is enough to demonstrate the full value chain convincingly.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Threat Intelligence &amp; Alert Prioritisation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B2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9966960" cy="713232"/>
          </a:xfrm>
          <a:prstGeom prst="roundRect">
            <a:avLst>
              <a:gd name="adj" fmla="val 7692"/>
            </a:avLst>
          </a:prstGeom>
          <a:solidFill>
            <a:srgbClr val="142B4F"/>
          </a:solidFill>
          <a:ln w="12700">
            <a:solidFill>
              <a:srgbClr val="2A4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8288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(simulated)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288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logs · satellite/sensor feeds · intel reports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25420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9966960" cy="713232"/>
          </a:xfrm>
          <a:prstGeom prst="roundRect">
            <a:avLst>
              <a:gd name="adj" fmla="val 7692"/>
            </a:avLst>
          </a:prstGeom>
          <a:solidFill>
            <a:srgbClr val="1B3660"/>
          </a:solidFill>
          <a:ln w="12700">
            <a:solidFill>
              <a:srgbClr val="2A4A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432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432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alerts by IP / target / timeframe into incidents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3456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57600"/>
            <a:ext cx="9966960" cy="713232"/>
          </a:xfrm>
          <a:prstGeom prst="roundRect">
            <a:avLst>
              <a:gd name="adj" fmla="val 7692"/>
            </a:avLst>
          </a:prstGeom>
          <a:solidFill>
            <a:srgbClr val="142B4F"/>
          </a:solidFill>
          <a:ln w="12700">
            <a:solidFill>
              <a:srgbClr val="2A4A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36576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MITRE Mapping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6576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× frequency × asset value; tags ATT&amp;CK technique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43708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4572000"/>
            <a:ext cx="9966960" cy="713232"/>
          </a:xfrm>
          <a:prstGeom prst="roundRect">
            <a:avLst>
              <a:gd name="adj" fmla="val 7692"/>
            </a:avLst>
          </a:prstGeom>
          <a:solidFill>
            <a:srgbClr val="1B3660"/>
          </a:solidFill>
          <a:ln w="12700">
            <a:solidFill>
              <a:srgbClr val="2A4A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45720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 Generator (LLM)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5720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commander-ready summary + recommended action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52852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0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5486400"/>
            <a:ext cx="9966960" cy="713232"/>
          </a:xfrm>
          <a:prstGeom prst="roundRect">
            <a:avLst>
              <a:gd name="adj" fmla="val 7692"/>
            </a:avLst>
          </a:prstGeom>
          <a:solidFill>
            <a:srgbClr val="142B4F"/>
          </a:solidFill>
          <a:ln w="12700">
            <a:solidFill>
              <a:srgbClr val="2A4A7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54864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(Frontend)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54864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live incidents, scores, and generated reports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Threat Intelligence &amp; Alert Prioritisation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B2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APPLICATION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32616" y="1005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 for the hackathon window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7EE"/>
          </a:solidFill>
          <a:ln w="12700">
            <a:solidFill>
              <a:srgbClr val="BFE6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— build this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sample dataset of alerts (multi-source, multi-format)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correlation of related alerts into incidents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formula (severity × source × frequency × asset value)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hardcoded MITRE ATT&amp;CK lookup table (~15-20 techniques)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BLUF report per incident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dashboard: alerts → incidents → scores → report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EAEA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skip this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31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 pipelines from live SIEM/satellite systems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custom ML classifier from scratch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MITRE ATT&amp;CK framework coverage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/ multi-tenant access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security hardening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Threat Intelligence &amp; Alert Prioritisation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B2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a charting library (Recharts) for the live incident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 or Node.js to host correlation &amp; scoring logic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721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JSON/CSV sample alert dataset, generated ahead of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2461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3721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/ LLM API call for BLUF report generation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892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800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1389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in-memory store or SQLite — no need for a full database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6634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4892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800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Hosting/Demo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1389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 or on a free-tier host for the live demo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Threat Intelligence &amp; Alert Prioritisation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B2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split the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Backend Logic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fake alert dataset. Write correlation logic to group related alerts. Build the scoring formula.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3375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MITRE ATT&amp;CK lookup table. Wire up the LLM call that turns scored incidents into a BLUF report.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1031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Frontend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3375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UI: incoming alerts view, correlated/scored incidents view, and the generated report view.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Threat Intelligence &amp; Alert Prioritisation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914400"/>
            <a:ext cx="54864" cy="5486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417320"/>
            <a:ext cx="1106424" cy="110642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920240"/>
            <a:ext cx="2157984" cy="215798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3209544" cy="320954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2926080"/>
            <a:ext cx="4261104" cy="4261104"/>
          </a:xfrm>
          <a:prstGeom prst="ellipse">
            <a:avLst/>
          </a:prstGeom>
          <a:ln w="15240">
            <a:solidFill>
              <a:srgbClr val="142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2001" y="232257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ThreatSync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Threat Intelligence Correlation &amp; Alert Prioritisation · IBM x CHARUSAT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671</Words>
  <Application>Microsoft Office PowerPoint</Application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madhavipanara1903@gmail.com</cp:lastModifiedBy>
  <cp:revision>4</cp:revision>
  <dcterms:created xsi:type="dcterms:W3CDTF">2026-09-13T08:38:09Z</dcterms:created>
  <dcterms:modified xsi:type="dcterms:W3CDTF">2026-09-15T17:39:51Z</dcterms:modified>
</cp:coreProperties>
</file>